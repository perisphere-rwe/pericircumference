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E06B18-DA04-1157-43D6-3518029348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17" y="0"/>
            <a:ext cx="1217036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47CA5A-0132-C275-6E0F-88A53EF9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48" y="1798807"/>
            <a:ext cx="5057273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7B1CA-C5CF-E60F-D3A8-50575938E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48" y="4329452"/>
            <a:ext cx="5057273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5C4A1-0C1C-E878-7A5F-CD93AED1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0448" y="6356350"/>
            <a:ext cx="2743200" cy="365125"/>
          </a:xfrm>
        </p:spPr>
        <p:txBody>
          <a:bodyPr/>
          <a:lstStyle/>
          <a:p>
            <a:fld id="{77A9BCC5-9D89-4023-B1A3-8B04184DEBDD}" type="datetimeFigureOut">
              <a:rPr lang="en-US" smtClean="0"/>
              <a:t>11/25/2025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5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7095-54BA-97B4-AF3F-0DDC995E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4FC4-785B-3276-017F-D8D922F0E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1E5C7-F2A3-DFE3-D497-489377BF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9D27D-749E-0D55-D284-E36C1796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0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723F-637B-ADC9-4033-1D9033BC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87D56-14AA-A50A-EB2E-46642C1A9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1CA3AD-6EE5-C5C1-6F47-0DA7BC1B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14A09A5-2267-6E99-FC23-B6BA7A0F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0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74B3-51DA-2496-DF82-D0FBD127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BA8F7-C7DA-68A3-4BCE-36D60FB66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BE8F5-0A33-AB47-A8D8-C2C0820C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70AF1-914F-2D07-9E04-95A51099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17C23-A925-86E9-0ECD-F4492585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5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FB5A-BA38-E255-ED6E-9BCB66B1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2B95-F142-0832-BEA5-68752143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24304-879A-2E60-BC83-F4E5CF4BC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BCDA5-D932-5BB4-CC08-FDA53D48C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93991-13BA-85CC-D191-540C2262A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205274-8255-8953-1355-3F82B3D1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8FF4A4A-4D82-82AC-D339-D1FE807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8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6774-1F04-1370-08B7-B2EB970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3008CE-37B0-BC6B-B7FF-9211F21A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A0C1E-C99B-EE0D-E941-E29858D7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9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095511B-F725-09C3-AFC1-2CF50DF4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A51B7E8-0332-5C75-1EE5-41245D60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2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D33A-BB23-8B3E-F08A-FBFE2717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D67C-297F-958B-83BD-90A0E8DC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89822-B10A-D795-657C-5B0A69DA2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FE86-09BE-5ACA-59F5-98D9C8669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4769-8163-F372-A97D-BCAA9FAE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5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14F0-0275-1471-70FF-7DC12D95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BD9244-E773-6472-52C8-0155A9DA3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B3ED4-5DAD-84CD-4CDB-515C55575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A6277-439C-0D7F-97F1-1DE108F2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5AB9A-64E0-6BCF-02C1-CEAE2BF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5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06D8-ED75-742D-58E3-DAC945B9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B3E22-D069-E08D-B15A-4C2AD7DD7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8270CDD-1D96-7ED1-FE4B-C6F085B9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493845-727C-F198-E553-20C2A74F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2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8E903-FB60-0AD9-643D-A09E8E014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047CB-9679-401A-2933-086394C09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C72918C-CA8D-2623-2DA9-553050DEB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92446"/>
            <a:ext cx="709662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C4FD35-6B6E-65A8-7B5E-B350D07B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4136" y="6392446"/>
            <a:ext cx="1331495" cy="365125"/>
          </a:xfrm>
        </p:spPr>
        <p:txBody>
          <a:bodyPr/>
          <a:lstStyle/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1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F4700-EB4F-56AD-85C3-FA15C576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F64D4-2BC6-A01D-8715-8E784144B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6C97-18EA-6760-F95F-900056971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9BCC5-9D89-4023-B1A3-8B04184DEBDD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81A4-04FC-CE60-30F9-778294269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EAE66-EFC8-16D5-BC34-C8BB4AA92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39A78-AB25-4A44-965B-AEFCB8FA4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1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0811-3CC9-DCFE-F220-D43BDB2D7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21E4D-4DEC-312B-5376-52C37C14E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4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Byron Jaeger</dc:creator>
  <cp:lastModifiedBy>Byron Jaeger</cp:lastModifiedBy>
  <cp:revision>7</cp:revision>
  <dcterms:created xsi:type="dcterms:W3CDTF">2025-11-25T20:55:14Z</dcterms:created>
  <dcterms:modified xsi:type="dcterms:W3CDTF">2025-11-25T21:25:20Z</dcterms:modified>
</cp:coreProperties>
</file>